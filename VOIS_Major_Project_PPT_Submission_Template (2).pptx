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Yash-sononi/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23813" y="3521161"/>
            <a:ext cx="5227657" cy="1055308"/>
          </a:xfrm>
        </p:spPr>
        <p:txBody>
          <a:bodyPr vert="horz" lIns="91440" tIns="45720" rIns="91440" bIns="45720" rtlCol="0" anchor="t">
            <a:normAutofit/>
          </a:bodyPr>
          <a:lstStyle/>
          <a:p>
            <a:pPr algn="r"/>
            <a:r>
              <a:rPr lang="en-US" b="0" dirty="0">
                <a:solidFill>
                  <a:schemeClr val="tx1"/>
                </a:solidFill>
              </a:rPr>
              <a:t>Student Name – Yash Sononi  </a:t>
            </a:r>
            <a:endParaRPr lang="en-IN" b="0" dirty="0">
              <a:solidFill>
                <a:schemeClr val="tx1"/>
              </a:solidFill>
            </a:endParaRPr>
          </a:p>
          <a:p>
            <a:pPr algn="r"/>
            <a:r>
              <a:rPr lang="en-US" b="0" dirty="0">
                <a:solidFill>
                  <a:schemeClr val="tx1"/>
                </a:solidFill>
              </a:rPr>
              <a:t>     College Name- Manipal University Jaipur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11882"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331427" cy="369332"/>
          </a:xfrm>
          <a:prstGeom prst="rect">
            <a:avLst/>
          </a:prstGeom>
          <a:noFill/>
        </p:spPr>
        <p:txBody>
          <a:bodyPr wrap="square" rtlCol="0">
            <a:spAutoFit/>
          </a:bodyPr>
          <a:lstStyle/>
          <a:p>
            <a:r>
              <a:rPr lang="en-US" b="1" dirty="0"/>
              <a:t>AICTE STU ID : STU6a645f21325ed1784962849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20000"/>
          </a:bodyPr>
          <a:lstStyle/>
          <a:p>
            <a:pPr>
              <a:lnSpc>
                <a:spcPct val="100000"/>
              </a:lnSpc>
            </a:pPr>
            <a:r>
              <a:rPr lang="en-IN" sz="2800" dirty="0"/>
              <a:t>Agricultural activities are influenced by seasonal variations in environmental conditions, farming practices, resource availability, and market conditions. Raw agricultural data does not clearly explain how performance changes across seasons. The problem is to </a:t>
            </a:r>
            <a:r>
              <a:rPr lang="en-IN" sz="2800" dirty="0" err="1"/>
              <a:t>analyze</a:t>
            </a:r>
            <a:r>
              <a:rPr lang="en-IN" sz="2800" dirty="0"/>
              <a:t> the dataset and investigate seasonal differences in agricultural performance by identifying meaningful patterns, trends, and variations.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996785" cy="5563655"/>
          </a:xfrm>
        </p:spPr>
        <p:txBody>
          <a:bodyPr>
            <a:noAutofit/>
          </a:bodyPr>
          <a:lstStyle/>
          <a:p>
            <a:r>
              <a:rPr lang="en-GB" sz="3600" dirty="0"/>
              <a:t>Project Description</a:t>
            </a:r>
            <a:br>
              <a:rPr lang="en-GB" sz="3600" dirty="0"/>
            </a:br>
            <a:r>
              <a:rPr lang="en-IN" sz="3600" dirty="0"/>
              <a:t>This project </a:t>
            </a:r>
            <a:r>
              <a:rPr lang="en-IN" sz="3600" dirty="0" err="1"/>
              <a:t>analyzes</a:t>
            </a:r>
            <a:r>
              <a:rPr lang="en-IN" sz="3600" dirty="0"/>
              <a:t> agricultural data across kharif, rabi, and </a:t>
            </a:r>
            <a:r>
              <a:rPr lang="en-IN" sz="3600" dirty="0" err="1"/>
              <a:t>zaid</a:t>
            </a:r>
            <a:r>
              <a:rPr lang="en-IN" sz="3600" dirty="0"/>
              <a:t> seasons. It involves data cleaning, grouping by season, visualization of climate factors, and interpretation of findings. The analysis highlights how rainfall, temperature, humidity, and sunlight affect crop suitability and performance.</a:t>
            </a:r>
            <a:br>
              <a:rPr lang="en-GB" sz="3600" dirty="0"/>
            </a:br>
            <a:endParaRPr lang="en-IN" sz="3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3600" dirty="0"/>
              <a:t>Farmers</a:t>
            </a:r>
          </a:p>
          <a:p>
            <a:pPr lvl="0"/>
            <a:r>
              <a:rPr lang="en-IN" sz="3600" dirty="0"/>
              <a:t>Agricultural planners</a:t>
            </a:r>
          </a:p>
          <a:p>
            <a:pPr lvl="0"/>
            <a:r>
              <a:rPr lang="en-IN" sz="3600" dirty="0"/>
              <a:t>Policy makers</a:t>
            </a:r>
          </a:p>
          <a:p>
            <a:pPr lvl="0"/>
            <a:r>
              <a:rPr lang="en-IN" sz="3600" dirty="0"/>
              <a:t>Students &amp; researchers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(Pandas, Matplotlib)</a:t>
            </a:r>
          </a:p>
          <a:p>
            <a:pPr lvl="0"/>
            <a:r>
              <a:rPr lang="en-IN" b="1" dirty="0"/>
              <a:t>Google </a:t>
            </a:r>
            <a:r>
              <a:rPr lang="en-IN" b="1" dirty="0" err="1"/>
              <a:t>Colab</a:t>
            </a:r>
            <a:endParaRPr lang="en-IN" dirty="0"/>
          </a:p>
          <a:p>
            <a:pPr lvl="0"/>
            <a:r>
              <a:rPr lang="en-IN" b="1" dirty="0"/>
              <a:t>Data Visualization techniques</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69069A0-3451-4397-CE6C-B84A3F9E63F4}"/>
              </a:ext>
            </a:extLst>
          </p:cNvPr>
          <p:cNvPicPr>
            <a:picLocks noChangeAspect="1"/>
          </p:cNvPicPr>
          <p:nvPr/>
        </p:nvPicPr>
        <p:blipFill>
          <a:blip r:embed="rId3"/>
          <a:stretch>
            <a:fillRect/>
          </a:stretch>
        </p:blipFill>
        <p:spPr>
          <a:xfrm>
            <a:off x="320982" y="1520548"/>
            <a:ext cx="9129562" cy="321007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7872131-AB85-6160-E1D6-6FD0EAE34FF2}"/>
              </a:ext>
            </a:extLst>
          </p:cNvPr>
          <p:cNvPicPr>
            <a:picLocks noChangeAspect="1"/>
          </p:cNvPicPr>
          <p:nvPr/>
        </p:nvPicPr>
        <p:blipFill>
          <a:blip r:embed="rId3"/>
          <a:stretch>
            <a:fillRect/>
          </a:stretch>
        </p:blipFill>
        <p:spPr>
          <a:xfrm>
            <a:off x="320982" y="1275370"/>
            <a:ext cx="8970835" cy="296072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2865C5C8-2B49-E866-FAA1-6D46D66CC56E}"/>
              </a:ext>
            </a:extLst>
          </p:cNvPr>
          <p:cNvPicPr>
            <a:picLocks noChangeAspect="1"/>
          </p:cNvPicPr>
          <p:nvPr/>
        </p:nvPicPr>
        <p:blipFill>
          <a:blip r:embed="rId3"/>
          <a:stretch>
            <a:fillRect/>
          </a:stretch>
        </p:blipFill>
        <p:spPr>
          <a:xfrm>
            <a:off x="515135" y="1201586"/>
            <a:ext cx="7661117" cy="516449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33668BB0-C7F4-9419-E41B-025E71B49268}"/>
              </a:ext>
            </a:extLst>
          </p:cNvPr>
          <p:cNvPicPr>
            <a:picLocks noChangeAspect="1"/>
          </p:cNvPicPr>
          <p:nvPr/>
        </p:nvPicPr>
        <p:blipFill>
          <a:blip r:embed="rId3"/>
          <a:stretch>
            <a:fillRect/>
          </a:stretch>
        </p:blipFill>
        <p:spPr>
          <a:xfrm>
            <a:off x="0" y="1275371"/>
            <a:ext cx="9960203" cy="206498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A9C1ACF-8D95-70D5-4420-D1356606F498}"/>
              </a:ext>
            </a:extLst>
          </p:cNvPr>
          <p:cNvPicPr>
            <a:picLocks noChangeAspect="1"/>
          </p:cNvPicPr>
          <p:nvPr/>
        </p:nvPicPr>
        <p:blipFill>
          <a:blip r:embed="rId3"/>
          <a:stretch>
            <a:fillRect/>
          </a:stretch>
        </p:blipFill>
        <p:spPr>
          <a:xfrm>
            <a:off x="210112" y="1275371"/>
            <a:ext cx="9354145" cy="258664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8785696" cy="538959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en-IN" sz="2000" b="1"/>
              <a:t>Integration of Economic Data</a:t>
            </a:r>
            <a:r>
              <a:rPr lang="en-IN" sz="2000"/>
              <a:t> Extend analysis to include cost, yield, and profit trends for deeper financial insights.</a:t>
            </a:r>
          </a:p>
          <a:p>
            <a:pPr lvl="0"/>
            <a:r>
              <a:rPr lang="en-IN" sz="2000" b="1"/>
              <a:t>Machine Learning Models</a:t>
            </a:r>
            <a:r>
              <a:rPr lang="en-IN" sz="2000"/>
              <a:t> Use predictive algorithms to forecast crop yields and profitability based on seasonal climate data.</a:t>
            </a:r>
          </a:p>
          <a:p>
            <a:pPr lvl="0"/>
            <a:r>
              <a:rPr lang="en-IN" sz="2000" b="1"/>
              <a:t>Real‑Time Weather Data</a:t>
            </a:r>
            <a:r>
              <a:rPr lang="en-IN" sz="2000"/>
              <a:t> Connect with live weather APIs to make dynamic, up‑to‑date agricultural planning possible.</a:t>
            </a:r>
          </a:p>
          <a:p>
            <a:pPr lvl="0"/>
            <a:r>
              <a:rPr lang="en-IN" sz="2000" b="1"/>
              <a:t>Regional Comparisons</a:t>
            </a:r>
            <a:r>
              <a:rPr lang="en-IN" sz="2000"/>
              <a:t> Expand dataset to multiple regions to study how seasonal patterns differ geographically.</a:t>
            </a:r>
          </a:p>
          <a:p>
            <a:pPr lvl="0"/>
            <a:r>
              <a:rPr lang="en-IN" sz="2000" b="1"/>
              <a:t>Decision Support Systems</a:t>
            </a:r>
            <a:r>
              <a:rPr lang="en-IN" sz="2000"/>
              <a:t> Build dashboards or apps that help farmers choose the right crops and resources for each season.</a:t>
            </a:r>
          </a:p>
          <a:p>
            <a:pPr lvl="0"/>
            <a:r>
              <a:rPr lang="en-IN" sz="2000" b="1"/>
              <a:t>Sustainability Analysis</a:t>
            </a:r>
            <a:r>
              <a:rPr lang="en-IN" sz="2000"/>
              <a:t> Evaluate resource usage (water, fertilizers, energy) to promote eco‑friendly farming practices.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618283"/>
            <a:ext cx="7232875" cy="923330"/>
          </a:xfrm>
          <a:prstGeom prst="rect">
            <a:avLst/>
          </a:prstGeom>
          <a:noFill/>
        </p:spPr>
        <p:txBody>
          <a:bodyPr wrap="square">
            <a:spAutoFit/>
          </a:bodyPr>
          <a:lstStyle/>
          <a:p>
            <a:r>
              <a:rPr lang="en-IN" dirty="0">
                <a:hlinkClick r:id="rId3"/>
              </a:rPr>
              <a:t>Yash-</a:t>
            </a:r>
            <a:r>
              <a:rPr lang="en-IN" dirty="0" err="1">
                <a:hlinkClick r:id="rId3"/>
              </a:rPr>
              <a:t>sononi</a:t>
            </a:r>
            <a:r>
              <a:rPr lang="en-IN" dirty="0">
                <a:hlinkClick r:id="rId3"/>
              </a:rPr>
              <a:t>/Seasonal-Agriculture-Performance-Analysis: Major Project – Seasonal Agriculture Performance Analysis (AICTE VOIS Batch 2026-27)</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9665AB6-CF38-6EB5-A59A-0D9991EADC06}"/>
              </a:ext>
            </a:extLst>
          </p:cNvPr>
          <p:cNvPicPr>
            <a:picLocks noChangeAspect="1"/>
          </p:cNvPicPr>
          <p:nvPr/>
        </p:nvPicPr>
        <p:blipFill>
          <a:blip r:embed="rId3"/>
          <a:stretch>
            <a:fillRect/>
          </a:stretch>
        </p:blipFill>
        <p:spPr>
          <a:xfrm>
            <a:off x="507496" y="1427583"/>
            <a:ext cx="8519849" cy="524781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1401</TotalTime>
  <Words>354</Words>
  <Application>Microsoft Office PowerPoint</Application>
  <PresentationFormat>Widescreen</PresentationFormat>
  <Paragraphs>39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agricultural data across kharif, rabi, and zaid seasons. It involves data cleaning, grouping by season, visualization of climate factors, and interpretation of findings. The analysis highlights how rainfall, temperature, humidity, and sunlight affect crop suitability and performance.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Yash Sononi</cp:lastModifiedBy>
  <cp:revision>99</cp:revision>
  <dcterms:created xsi:type="dcterms:W3CDTF">2021-07-11T13:13:15Z</dcterms:created>
  <dcterms:modified xsi:type="dcterms:W3CDTF">2026-09-06T08:59:27Z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